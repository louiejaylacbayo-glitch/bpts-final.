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head backgrpu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1930" y="0"/>
            <a:ext cx="12393295" cy="711454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730625" y="1202690"/>
            <a:ext cx="7454265" cy="383984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r>
              <a:rPr lang="en-US" sz="6000" b="1">
                <a:solidFill>
                  <a:schemeClr val="bg1"/>
                </a:solidFill>
              </a:rPr>
              <a:t>BARANGAY  PROJECT TRACKER SYSTEM</a:t>
            </a:r>
            <a:endParaRPr lang="en-US" sz="6000" b="1">
              <a:solidFill>
                <a:schemeClr val="bg1"/>
              </a:solidFill>
            </a:endParaRPr>
          </a:p>
          <a:p>
            <a:pPr algn="ctr"/>
            <a:r>
              <a:rPr lang="en-US" sz="3200" b="1">
                <a:solidFill>
                  <a:schemeClr val="bg1"/>
                </a:solidFill>
              </a:rPr>
              <a:t>BY</a:t>
            </a:r>
            <a:endParaRPr lang="en-US" sz="3200" b="1">
              <a:solidFill>
                <a:schemeClr val="bg1"/>
              </a:solidFill>
            </a:endParaRPr>
          </a:p>
          <a:p>
            <a:pPr algn="ctr"/>
            <a:r>
              <a:rPr lang="en-US" sz="3200">
                <a:solidFill>
                  <a:schemeClr val="bg1"/>
                </a:solidFill>
              </a:rPr>
              <a:t>LOUIE JAY M LACBAYO</a:t>
            </a:r>
            <a:endParaRPr lang="en-US" sz="3200">
              <a:solidFill>
                <a:schemeClr val="bg1"/>
              </a:solidFill>
            </a:endParaRPr>
          </a:p>
          <a:p>
            <a:pPr algn="ctr"/>
            <a:r>
              <a:rPr lang="en-US" sz="3200">
                <a:solidFill>
                  <a:schemeClr val="bg1"/>
                </a:solidFill>
              </a:rPr>
              <a:t>JOEVER SAPUNGAY</a:t>
            </a:r>
            <a:endParaRPr lang="en-US" sz="3200">
              <a:solidFill>
                <a:schemeClr val="bg1"/>
              </a:solidFill>
            </a:endParaRPr>
          </a:p>
          <a:p>
            <a:pPr algn="ctr"/>
            <a:r>
              <a:rPr lang="en-US" sz="3200">
                <a:solidFill>
                  <a:schemeClr val="bg1"/>
                </a:solidFill>
              </a:rPr>
              <a:t>JADE MARION TAPIC</a:t>
            </a:r>
            <a:endParaRPr lang="en-US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sud hea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276225" y="-106680"/>
            <a:ext cx="12468225" cy="72847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54050" y="382905"/>
            <a:ext cx="5377815" cy="624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>
                <a:solidFill>
                  <a:schemeClr val="bg1"/>
                </a:solidFill>
              </a:rPr>
              <a:t>FUNCTIONAL REQUIREMENTS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54050" y="1113790"/>
            <a:ext cx="10701655" cy="4631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allows Barangay users to create an account and log in.</a:t>
            </a:r>
            <a:endParaRPr lang="en-US" altLang="en-US" sz="32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allows Barangay users to assign or identify project status (planned, ongoing, completed).</a:t>
            </a:r>
            <a:endParaRPr lang="en-US" altLang="en-US" sz="32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allows Barangay users to input materials and resources needed for each project.</a:t>
            </a:r>
            <a:endParaRPr lang="en-US" altLang="en-US" sz="32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allows Barangay users to set project duration and timelines.</a:t>
            </a:r>
            <a:endParaRPr lang="en-US" altLang="en-US" sz="32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allows Barangay users to input and manage project budgets (planned budget, actual expenses).</a:t>
            </a:r>
            <a:endParaRPr lang="en-US" altLang="en-US" sz="32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ud he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75185" cy="71875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91795" y="969010"/>
            <a:ext cx="11564620" cy="5038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  <a:sym typeface="+mn-ea"/>
              </a:rPr>
              <a:t>The system allows Barangay users to upload supporting files (PDF, JPG, PNG).</a:t>
            </a:r>
            <a:endParaRPr lang="en-US" altLang="en-US" sz="32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  <a:sym typeface="+mn-ea"/>
              </a:rPr>
              <a:t>The system allows Barangay users to update project information if changes occur, including marking a project as canceled.</a:t>
            </a:r>
            <a:endParaRPr lang="en-US" altLang="en-US" sz="32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  <a:sym typeface="+mn-ea"/>
              </a:rPr>
              <a:t>The system allows Barangay residents to view project details and status.</a:t>
            </a:r>
            <a:endParaRPr lang="en-US" altLang="en-US" sz="320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  <a:sym typeface="+mn-ea"/>
              </a:rPr>
              <a:t>The system allows Barangay residents to comment on projects (planned, ongoing, completed).</a:t>
            </a:r>
            <a:endParaRPr lang="en-US" altLang="en-US" sz="3200">
              <a:solidFill>
                <a:schemeClr val="bg1"/>
              </a:solidFill>
              <a:sym typeface="+mn-ea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allows Barangay users to view a summary dashboard of all projects.</a:t>
            </a:r>
            <a:endParaRPr lang="en-US" altLang="en-US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ud he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80085" y="478790"/>
            <a:ext cx="6378575" cy="995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>
                <a:solidFill>
                  <a:schemeClr val="bg1"/>
                </a:solidFill>
                <a:sym typeface="+mn-ea"/>
              </a:rPr>
              <a:t>NON-FUNCTIONAL REQUIREMENTS</a:t>
            </a:r>
            <a:endParaRPr lang="en-US" sz="3200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65175" y="1309370"/>
            <a:ext cx="10702290" cy="4105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should be easy to use, so both officials and residents can understand it quickly.</a:t>
            </a:r>
            <a:endParaRPr lang="en-US" altLang="en-US" sz="3200">
              <a:solidFill>
                <a:schemeClr val="bg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should be fast, showing project details and comments without long waiting times.</a:t>
            </a:r>
            <a:endParaRPr lang="en-US" altLang="en-US" sz="3200">
              <a:solidFill>
                <a:schemeClr val="bg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should be safe, keeping accounts and project data protected from unauthorized access.</a:t>
            </a:r>
            <a:endParaRPr lang="en-US" altLang="en-US" sz="3200">
              <a:solidFill>
                <a:schemeClr val="bg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should be dependable, always available when users need it.</a:t>
            </a:r>
            <a:endParaRPr lang="en-US" altLang="en-US" sz="3200">
              <a:solidFill>
                <a:schemeClr val="bg1"/>
              </a:solidFill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ud he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047750" y="851535"/>
            <a:ext cx="10489565" cy="452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should be able to grow, handling more projects and users in the future.</a:t>
            </a:r>
            <a:endParaRPr lang="en-US" altLang="en-US" sz="32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should work on different devices, like computers and mobile phones.</a:t>
            </a:r>
            <a:endParaRPr lang="en-US" altLang="en-US" sz="32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should keep private information secure, especially project budgets and sensitive data.</a:t>
            </a:r>
            <a:endParaRPr lang="en-US" altLang="en-US" sz="32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1"/>
                </a:solidFill>
              </a:rPr>
              <a:t>The system should have a way to save and recover data, so information is not lost if something goes wrong.</a:t>
            </a:r>
            <a:endParaRPr lang="en-US" altLang="en-US" sz="32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ud he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43255" y="190500"/>
            <a:ext cx="5387975" cy="623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>
                <a:solidFill>
                  <a:schemeClr val="bg1"/>
                </a:solidFill>
                <a:sym typeface="+mn-ea"/>
              </a:rPr>
              <a:t>DOMAIN REQUIREMENTS</a:t>
            </a:r>
            <a:endParaRPr lang="en-US" sz="3200"/>
          </a:p>
        </p:txBody>
      </p:sp>
      <p:sp>
        <p:nvSpPr>
          <p:cNvPr id="6" name="Text Box 5"/>
          <p:cNvSpPr txBox="1"/>
          <p:nvPr/>
        </p:nvSpPr>
        <p:spPr>
          <a:xfrm>
            <a:off x="643255" y="814070"/>
            <a:ext cx="11053445" cy="5936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</a:rPr>
              <a:t>The system should follow barangay rules, so only officials can add or change project details.</a:t>
            </a:r>
            <a:endParaRPr lang="en-US" altLang="en-US" sz="24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</a:rPr>
              <a:t>The system should use project stages that barangays normally follow (planned, ongoing, completed, canceled).</a:t>
            </a:r>
            <a:endParaRPr lang="en-US" altLang="en-US" sz="24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</a:rPr>
              <a:t>The system should handle budgets properly, showing both planned amounts and actual spending.</a:t>
            </a:r>
            <a:endParaRPr lang="en-US" altLang="en-US" sz="24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</a:rPr>
              <a:t>The system should allow residents to join, by viewing and giving comments on projects.</a:t>
            </a:r>
            <a:endParaRPr lang="en-US" altLang="en-US" sz="24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</a:rPr>
              <a:t>The system should keep records of projects to support barangay transparency and accountability.</a:t>
            </a: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</a:rPr>
              <a:t>The system should follow the Philippines Data Privacy Act of 2012, keeping sensitive information safe.</a:t>
            </a: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</a:rPr>
              <a:t>The system should support local languages (like Filipino or Cebuano) so residents can understand easily.</a:t>
            </a:r>
            <a:endParaRPr lang="en-US" altLang="en-US" sz="24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chemeClr val="bg1"/>
                </a:solidFill>
              </a:rPr>
              <a:t>The system should make project details easy to share in barangay meetings or assemblies.</a:t>
            </a: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ud he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pic>
        <p:nvPicPr>
          <p:cNvPr id="3" name="Picture 2" descr="received_16949670051886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446405"/>
            <a:ext cx="4674870" cy="4580255"/>
          </a:xfrm>
          <a:prstGeom prst="rect">
            <a:avLst/>
          </a:prstGeom>
        </p:spPr>
      </p:pic>
      <p:pic>
        <p:nvPicPr>
          <p:cNvPr id="7" name="Picture 6" descr="received_8669417396770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210" y="446405"/>
            <a:ext cx="4674235" cy="45802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ud he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276455" cy="694182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521460" y="2283460"/>
            <a:ext cx="9573895" cy="1251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6000">
                <a:solidFill>
                  <a:schemeClr val="bg1"/>
                </a:solidFill>
              </a:rPr>
              <a:t>THANK YOU</a:t>
            </a:r>
            <a:endParaRPr lang="en-US" sz="6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2507</Words>
  <Application>WPS Presentation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louie</dc:creator>
  <cp:lastModifiedBy>Louie</cp:lastModifiedBy>
  <cp:revision>7</cp:revision>
  <dcterms:created xsi:type="dcterms:W3CDTF">2025-07-23T00:59:00Z</dcterms:created>
  <dcterms:modified xsi:type="dcterms:W3CDTF">2026-02-27T00:37:35Z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3533834148D6443A8C9DA747CA648920_11</vt:lpwstr>
  </property>
  <property fmtid="{D5CDD505-2E9C-101B-9397-08002B2CF9AE}" pid="3" name="KSOProductBuildVer">
    <vt:lpwstr>1033-12.2.0.23196</vt:lpwstr>
  </property>
</Properties>
</file>